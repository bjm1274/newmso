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7373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5778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역할별 배포본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NEWMSO 마스터용 화면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algun Gothic"/>
              </a:rPr>
              <a:t>최고권한 운영자가 통제해야 하는 실제 화면과 운영 기준을 함께 정리했습니다.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algun Gothic"/>
              </a:rPr>
              <a:t>이 덱에서 중점적으로 보는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현재 원본 구조상 마스터 전용 별도 UI는 없고, 관리자 화면을 최고 권한 범위로 운영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핵심 통제 대상: 권한, 감사로그, 백업, 초기화, 양식/문서 구조 변경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운영 정책과 고위험 작업 승인 기준 문서로 함께 사용 권장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E6EE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Malgun Gothic"/>
              </a:rPr>
              <a:t>활용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신규 사용자 교육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사내 공지 첨부 자료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역할별 업무 설명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 문의 응대 기준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로그인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사번 또는 이름과 비밀번호를 입력해 접속합니다.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아이디 입력 - 사번 또는 이름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비밀번호 입력 - 비밀번호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로그인 버튼 - 입력 후 접속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사번 또는 이름 입력칸입니다.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비밀번호를 입력합니다.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로그인 버튼을 누르면 메인 화면으로 이동합니다.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메인 화면과 사이드바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좌측 사이드바에서 전체 기능으로 이동합니다.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in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내정보 - 개인 시작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추가기능 - 보조 기능 모음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채팅 - 공지와 대화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게시판 - 공지사항과 커뮤니티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전자결재 - 기안과 승인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인사관리 - 인사, 근태, 급여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7. 재고관리 - 재고와 발주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8. 관리자 - MSO 운영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내정보로 이동하는 기본 시작 메뉴입니다.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실무 커뮤니케이션과 공지 확인은 채팅에서 진행합니다.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관리자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경영분석, 감사센터, 직접 운영 탭을 통해 시스템을 관리합니다.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경영분석 영역 - 분석 보조 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본문 작업 영역 - 관리자 기능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관리자 메인 메뉴 - MSO 전용 진입 메뉴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분석 영역은 경영대시보드, 재무대시보드, 예산관리 등을 확인하는 곳입니다.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 사이드바의 관리자 하위 메뉴와 현재 본문 화면을 함께 이해해야 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권한, 백업, 초기화, 양식 변경은 운영 영향이 큰 기능입니다.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직원 권한 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직원별 메뉴와 기능 접근 권한을 조정하는 핵심 운영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admin_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직원 권한 탭 - 권한 관리 진입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직원 목록 - 권한 대상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권한 상세 영역 - 메뉴/기능 권한 조정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권한 변경은 화면 노출과 데이터 접근 범위에 직접 영향을 줍니다.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직원 선택 후 필요한 권한만 최소 범위로 부여하는 것이 원칙입니다.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운영 반영 전후로 실제 노출 메뉴를 확인하는 것이 안전합니다.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31520"/>
            <a:ext cx="107899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마스터 운영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7840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최소 권한 원칙: 필요한 메뉴만 열기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변경 기록 원칙: 권한/데이터/양식 변경 사유 기록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작업 전 백업 원칙: 구조 변경 전 백업 확보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운영/테스트 분리 원칙: 실험성 변경은 운영에서 바로 하지 않기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31520"/>
            <a:ext cx="107899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마스터 점검 체크리스트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7840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일일: 장애 제보, 권한 사고, 결재 적체 여부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주간: 감사로그, 접근감사로그, 백업 상태 점검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월간: 관리자 계정 목록, 오래된 권한, 핵심 데이터 이상치 검토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고위험 작업: 데이터초기화, 대량 권한 변경, 양식 구조 변경은 별도 승인 후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