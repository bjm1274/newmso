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02920"/>
            <a:ext cx="2194560" cy="38404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557784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algun Gothic"/>
              </a:rPr>
              <a:t>2차 상세 버전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7223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0F172A"/>
                </a:solidFill>
                <a:latin typeface="Malgun Gothic"/>
              </a:rPr>
              <a:t>NEWMSO 전체 메뉴 상세 설명서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01952"/>
            <a:ext cx="6949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Malgun Gothic"/>
              </a:rPr>
              <a:t>모메뉴, 서브메뉴, 내부 탭, 보조 탭까지 현재 원본 구조를 기준으로 정리한 PPT입니다.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743200"/>
            <a:ext cx="530352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1752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900" b="1">
                <a:solidFill>
                  <a:srgbClr val="1E293B"/>
                </a:solidFill>
                <a:latin typeface="Malgun Gothic"/>
              </a:rPr>
              <a:t>이번 버전의 목적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01568"/>
            <a:ext cx="45720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현재 원본 메인 메뉴: 내정보, 추가기능, 채팅, 게시판, 전자결재, 인사관리, 재고관리, 관리자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조직도는 기능은 존재하지만 현재 고정 메인 메뉴가 아니라 추가기능/검색을 통해 진입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일부 화면은 메인 메뉴 -&gt; 서브메뉴 -&gt; 내부 탭 -&gt; 보조 탭 구조로 들어가야 실제 기능에 도달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5212080" cy="5212080"/>
          </a:xfrm>
          <a:prstGeom prst="roundRect">
            <a:avLst/>
          </a:prstGeom>
          <a:solidFill>
            <a:srgbClr val="E6EE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17320"/>
            <a:ext cx="3474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D4ED8"/>
                </a:solidFill>
                <a:latin typeface="Malgun Gothic"/>
              </a:rPr>
              <a:t>포함 범위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4805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내정보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조직도 / 추가기능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채팅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게시판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전자결재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인사관리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재고관리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관리자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메뉴 읽는 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10789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64208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메인 메뉴: 사이드바에서 고르는 가장 바깥 단계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서브메뉴: 사이드바 플라이아웃에 뜨는 두 번째 단계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내부 탭: 화면 안에서 다시 나뉘는 기능 단위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보조 탭: 급여, 근태, 관리자처럼 내부에서 한 번 더 갈라지는 단계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내정보 상세 구조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699516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_my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38801"/>
            <a:ext cx="6629400" cy="372903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26679" y="1143000"/>
            <a:ext cx="3977639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0" y="14173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algun Gothic"/>
              </a:rPr>
              <a:t>상세 설명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73568" y="1783080"/>
            <a:ext cx="333756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탭: 프로필, 출퇴근, 할 일, 증명서, 급여, 서류제출, 알림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프로필: 역할별 대시보드, 즐겨찾기, 개인 정보 수정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출퇴근: 출근/퇴근 기록 확인, 정정 요청 흐름 연계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알림: 시스템 알림 목록과 알림 설정 확인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조직도와 추가기능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10789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64208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조직도는 현재 고정 메인 메뉴가 아니라 추가기능의 조직도 카드로 들어가는 구조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추가기능 카드: 조직도, 부서별 재고, 근무현황, 인계노트, 퇴원심사, 마감보고, 직원평가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외부 링크: KM Park, U+ 웹팩스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인계노트, 마감보고, 직원평가는 부서/역할/관리자 여부에 따라 제한될 수 있음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채팅 상세 구조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699516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4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38801"/>
            <a:ext cx="6629400" cy="372903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26679" y="1143000"/>
            <a:ext cx="3977639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0" y="14173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algun Gothic"/>
              </a:rPr>
              <a:t>상세 설명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73568" y="1783080"/>
            <a:ext cx="333756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고정 서브메뉴는 없고 채팅방 목록, 대화 영역, 입력 영역 중심으로 동작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기능: 공지메시지, 1:1, 그룹채팅, 멘션, 파일첨부, 반응, 북마크, 공지등록, 스레드, 투표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슬래시 기능: 연차 요청 초안, 발주 요청 초안 생성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공지메시지 방 작성은 현재 특정 직책에만 허용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게시판 상세 구조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699516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5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38801"/>
            <a:ext cx="6629400" cy="372903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26679" y="1143000"/>
            <a:ext cx="3977639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0" y="14173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algun Gothic"/>
              </a:rPr>
              <a:t>상세 설명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73568" y="1783080"/>
            <a:ext cx="333756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사이드바 플라이아웃 기준: 공지사항, 자유게시판, 경조사, 수술일정, MRI일정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실제 내부 게시판은 익명소리함, 직원제안함까지 포함해 총 7개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수술일정과 MRI일정은 일정형 입력 필드와 템플릿 기능 포함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익명소리함은 현재 관리자/인사 권한 중심으로 조회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전자결재 전체 구조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699516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6_appro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38801"/>
            <a:ext cx="6629400" cy="372903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26679" y="1143000"/>
            <a:ext cx="3977639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0" y="14173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algun Gothic"/>
              </a:rPr>
              <a:t>상세 설명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73568" y="1783080"/>
            <a:ext cx="333756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서브메뉴: 기안함, 결재함, 작성하기, 캘린더, 양식빌더, 서명관리, 직인관리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작성하기 문서 유형: 인사명령, 연차/휴가, 연차계획서, 연장근무, 물품신청, 수리요청서, 업무기안, 업무협조, 양식신청, 출결정정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기능: 임시저장, 마지막 기안 불러오기, 결재선 템플릿, 일괄 승인/반려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현재 원본 UI에서는 관리성 탭도 함께 보일 수 있음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인사관리 개요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699516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7_h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38801"/>
            <a:ext cx="6629400" cy="372903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26679" y="1143000"/>
            <a:ext cx="3977639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0" y="14173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algun Gothic"/>
              </a:rPr>
              <a:t>상세 설명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73568" y="1783080"/>
            <a:ext cx="333756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상위 업무 공간: 인력관리, 근태 · 급여, 복지 · 문서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인사관리는 현재 전체 시스템에서 가장 메뉴가 많은 영역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권한에 따라 보이는 탭이 달라지고, 일부 화면은 보조 탭이 한 번 더 있음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인사관리 - 인력관리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10789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64208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기능 탭: 구성원현황, 인사발령, 포상/징계, 교육, 조직도편집기, 스킬매트릭스, 오프보딩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구성원현황: 직원 목록과 상세 정보 확인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조직도편집기: 조직 구조 수정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오프보딩: 퇴사 절차 관리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인사관리 - 근태 · 급여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10789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64208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기능 탭: 근태, 교대근무, 근무표자동편성, 연차/휴가, 급여, 간호근무표, 공휴일달력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근태 보조 탭: 근태 현황, 연차소멸알림, 지각조퇴분석, 근무형태변경이력, 조기퇴근감지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급여 보조 탭: 급여 메인, 원천징수파일, 4대보험/EDI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근태와 급여는 승인 데이터와 실제 운영 데이터가 연결되는 영역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인사관리 - 복지 · 문서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10789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64208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기능 탭: 건강검진, 경조사, 면허/자격증, 의료기기점검, 비품대여, 사고보고서, 계약, 문서보관함, 증명서, 서류제출, 캘린더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계약 보조 탭: 계약 현황, 계약서 자동생성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캘린더 화면은 공유캘린더와 캘린더동기화 패널이 함께 있음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복지와 문서 기능은 부서 운영과 행정 처리 성격이 강함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재고관리 전체 구조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699516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8_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38801"/>
            <a:ext cx="6629400" cy="372903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26679" y="1143000"/>
            <a:ext cx="3977639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0" y="14173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algun Gothic"/>
              </a:rPr>
              <a:t>상세 설명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73568" y="1783080"/>
            <a:ext cx="333756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서브메뉴 17개가 현재 사이드바 플라이아웃에 직접 나열됨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현황, 이력, UDI, 명세서, 발주, 스캔, 등록, 자산QR, AS/반품, 거래처, 재고실사, 유통기한 알림, 재고이관, 카테고리, 소모품 통계, 납품 확인서, 수요 예측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등록 화면 내부 방식: form, excel, auto_extract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저재고와 유통기한 임박 품목은 알림과 구매 결재 흐름까지 연결될 수 있음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관리자 전체 구조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699516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9_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38801"/>
            <a:ext cx="6629400" cy="372903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26679" y="1143000"/>
            <a:ext cx="3977639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0" y="14173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algun Gothic"/>
              </a:rPr>
              <a:t>상세 설명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73568" y="1783080"/>
            <a:ext cx="333756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사이드바 플라이아웃 기준: 경영분석, 예산관리, 회사관리, 직원권한, 연차수동부여, 알림자동화, 수술검사템플릿, 팝업관리, 양식빌더, 문서서식, 엑셀등록, 급여이상치, 데이터백업, 데이터초기화, 공문서대장, 감사센터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관리자 화면 내부 탭은 다시 경영분석/감사센터/직접 실행 탭으로 나뉨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현재 원본 코드상 관리자 화면은 사실상 MSO 권한 계정 중심으로 동작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관리자 - 내부 분석/감사 탭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10789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64208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경영분석 내부 탭: 경영대시보드, 재무대시보드, 예산관리, 통합보고서, 법인손익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감사센터 내부 탭: 접근감사로그, 감사로그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직접 실행 탭: 엑셀등록, 알림자동화, 연차수동부여, 회사관리, 직원권한, 수술검사템플릿, 팝업관리, 데이터백업, 데이터초기화, 양식빌더, 문서서식, 급여이상치, 공문서대장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특히 권한, 백업, 초기화, 양식 변경은 운영 영향이 큰 영역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직원 권한 화면 설명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143000"/>
            <a:ext cx="699516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2_admin_permi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38801"/>
            <a:ext cx="6629400" cy="372903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726679" y="1143000"/>
            <a:ext cx="3977639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1000" y="14173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algun Gothic"/>
              </a:rPr>
              <a:t>상세 설명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73568" y="1783080"/>
            <a:ext cx="333756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직원 목록에서 권한 부여 대상을 먼저 고름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메인 메뉴 권한, 인사 세부 권한, 관리자 권한을 조정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권한 변경 후 실제 메뉴 노출 상태를 반드시 확인하는 것이 안전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7132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Malgun Gothic"/>
              </a:rPr>
              <a:t>교육과 배포에 쓰는 방법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10789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64208"/>
            <a:ext cx="100584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사원 교육: 내정보, 채팅, 게시판, 전자결재 중심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부서장 교육: 전자결재, 인사관리, 재고관리까지 확장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관리자 교육: 관리자 메뉴만 따로 보지 말고 인사/재고/결재와 연결해서 설명</a:t>
            </a:r>
          </a:p>
          <a:p>
            <a:pPr>
              <a:defRPr sz="1600">
                <a:solidFill>
                  <a:srgbClr val="374151"/>
                </a:solidFill>
                <a:latin typeface="Malgun Gothic"/>
              </a:defRPr>
            </a:pPr>
            <a:r>
              <a:t>마스터 교육: 기능 설명보다 통제 기준과 변경 승인 절차를 함께 설명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