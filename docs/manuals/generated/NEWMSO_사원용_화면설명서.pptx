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73736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5778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역할별 배포본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NEWMSO 사원용 화면 설명서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Malgun Gothic"/>
              </a:rPr>
              <a:t>직원이 실제로 가장 자주 쓰는 기능을 화면 중심으로 설명합니다.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743200"/>
            <a:ext cx="5303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992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Malgun Gothic"/>
              </a:rPr>
              <a:t>이 덱에서 중점적으로 보는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01568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핵심 사용 메뉴: 내정보, 채팅, 게시판, 전자결재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가장 자주 하는 업무: 출퇴근 확인, 증명서 신청, 서류 제출, 연차 신청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메뉴가 안 보이면 권한 문제일 수 있으므로 부서장 또는 관리자에게 문의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E6EE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Malgun Gothic"/>
              </a:rPr>
              <a:t>활용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480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신규 사용자 교육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사내 공지 첨부 자료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역할별 업무 설명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권한 문의 응대 기준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공통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로그인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사번 또는 이름과 비밀번호를 입력해 접속합니다.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아이디 입력 - 사번 또는 이름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비밀번호 입력 - 비밀번호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로그인 버튼 - 입력 후 접속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사번 또는 이름 입력칸입니다.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비밀번호를 입력합니다.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로그인 버튼을 누르면 메인 화면으로 이동합니다.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메인 화면과 사이드바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좌측 사이드바에서 전체 기능으로 이동합니다.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main_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내정보 - 개인 시작 화면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추가기능 - 보조 기능 모음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채팅 - 공지와 대화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4. 게시판 - 공지사항과 커뮤니티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5. 전자결재 - 기안과 승인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6. 인사관리 - 인사, 근태, 급여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7. 재고관리 - 재고와 발주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8. 관리자 - MSO 운영 화면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내정보로 이동하는 기본 시작 메뉴입니다.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실무 커뮤니케이션과 공지 확인은 채팅에서 진행합니다.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사원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내정보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직원이 가장 자주 쓰는 개인 업무 화면입니다.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my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프로필 탭 - 기본 정보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출퇴근 탭 - 출퇴근 기록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증명서 탭 - 증명서 신청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4. 급여 탭 - 급여명세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5. 서류제출 탭 - 파일 제출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6. 알림 탭 - 승인/시스템 알림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프로필, 출퇴근, 할 일, 증명서, 급여, 서류제출, 알림 탭을 사용합니다.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 카드는 오늘 필요한 개인 업무를 빠르게 확인하는 영역입니다.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출퇴근, 증명서, 서류제출은 직원 문의가 가장 많이 발생하는 기능입니다.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사원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채팅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채팅방 목록, 메시지 영역, 입력창을 중심으로 사용합니다.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채팅방 목록 - 공지방과 그룹방 선택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대화 내용 - 메시지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입력창 - 메시지 작성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4. 전송 버튼 - 메시지 보내기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좌측은 채팅방 목록입니다.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가운데는 대화 내용입니다.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하단 입력창과 전송 버튼으로 메시지를 보냅니다.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사원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게시판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공지사항과 자유게시판 등 게시판 종류를 선택해 사용합니다.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공지사항 탭 - 공식 공지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게시물 목록 - 글 선택 영역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상단에서 게시판 종류를 바꿉니다.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중앙 목록에서 게시물을 열어 확인합니다.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일부 게시판에서는 새 글 작성 버튼이 함께 보입니다.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사원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전자결재 작성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결재 종류를 고르고 제목과 내용을 작성해 상신합니다.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작성하기 탭 - 새 결재 작성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결재선 선택 - 승인자 지정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제목 입력 - 문서 제목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4. 내용 입력 - 본문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5. 상신 버튼 - 문서 제출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상단에서 기안함, 결재함, 작성하기 같은 탭을 전환합니다.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제목과 내용 입력 후 상신 버튼으로 제출합니다.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결재선 선택과 문서 유형에 따라 추가 입력 영역이 달라집니다.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