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417320" cy="3657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원본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309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화면형 교육자료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algun Gothic"/>
              </a:rPr>
              <a:t>실제 화면 캡처와 버튼 위치를 기준으로 정리한 1차 PPT입니다.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4572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기준: C:\Users\baek_\newmso 원본 프로그램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형식: 실제 화면 캡처 + 번호 콜아웃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구성: 총 13장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용도: 직원 교육, 부서장 안내, 운영자 브리핑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051560"/>
            <a:ext cx="5577840" cy="521208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이번 1차 PPT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2880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로그인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메인 사이드바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내정보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채팅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게시판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전자결재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인사관리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재고관리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관리자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512064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algun Gothic"/>
              </a:rPr>
              <a:t>역할별 세부 PPT는 이 1차 자료를 바탕으로 계속 확장할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로그인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사번 또는 이름과 비밀번호를 입력해 접속합니다.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아이디 입력 - 사번 또는 이름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비밀번호 입력 - 비밀번호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로그인 버튼 - 입력 후 접속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사번 또는 이름 입력칸입니다.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비밀번호를 입력합니다.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로그인 버튼을 누르면 메인 화면으로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메인 화면과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좌측 사이드바에서 전체 기능으로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내정보 - 개인 시작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추가기능 - 보조 기능 모음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채팅 - 공지와 대화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게시판 - 공지사항과 커뮤니티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전자결재 - 기안과 승인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인사관리 - 인사, 근태, 급여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7. 재고관리 - 재고와 발주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8. 관리자 - MSO 운영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내정보로 이동하는 기본 시작 메뉴입니다.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실무 커뮤니케이션과 공지 확인은 채팅에서 진행합니다.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내정보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직원이 가장 자주 쓰는 개인 업무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프로필 탭 - 기본 정보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출퇴근 탭 - 출퇴근 기록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증명서 탭 - 증명서 신청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급여 탭 - 급여명세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서류제출 탭 - 파일 제출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알림 탭 - 승인/시스템 알림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프로필, 출퇴근, 할 일, 증명서, 급여, 서류제출, 알림 탭을 사용합니다.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카드는 오늘 필요한 개인 업무를 빠르게 확인하는 영역입니다.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출퇴근, 증명서, 서류제출은 직원 문의가 가장 많이 발생하는 기능입니다.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채팅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채팅방 목록, 메시지 영역, 입력창을 중심으로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채팅방 목록 - 공지방과 그룹방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대화 내용 - 메시지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입력창 - 메시지 작성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전송 버튼 - 메시지 보내기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좌측은 채팅방 목록입니다.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가운데는 대화 내용입니다.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하단 입력창과 전송 버튼으로 메시지를 보냅니다.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게시판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공지사항과 자유게시판 등 게시판 종류를 선택해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공지사항 탭 - 공식 공지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게시물 목록 - 글 선택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게시판 종류를 바꿉니다.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중앙 목록에서 게시물을 열어 확인합니다.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일부 게시판에서는 새 글 작성 버튼이 함께 보입니다.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전자결재 작성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결재 종류를 고르고 제목과 내용을 작성해 상신합니다.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작성하기 탭 - 새 결재 작성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결재선 선택 - 승인자 지정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제목 입력 - 문서 제목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내용 입력 - 본문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상신 버튼 - 문서 제출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기안함, 결재함, 작성하기 같은 탭을 전환합니다.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제목과 내용 입력 후 상신 버튼으로 제출합니다.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결재선 선택과 문서 유형에 따라 추가 입력 영역이 달라집니다.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인력관리, 근태 · 급여, 복지 · 문서 영역으로 나뉘어 운영합니다.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업무 공간 - 인력관리/근태·급여/복지·문서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기능 탭 영역 - 세부 기능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본문 화면 - 선택 기능 작업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워크스페이스에서 업무 성격을 바꿉니다.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기능 탭에서 세부 화면을 선택합니다.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현재 원본은 메뉴가 많은 편이므로 자주 쓰는 탭을 먼저 익히는 것이 좋습니다.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재고관리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재고 현황, 검색, 회사/부서 필터를 중심으로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회사/부서 필터 - 조회 범위 변경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검색 영역 - 품목 검색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재고 목록 - 현재 수량과 품목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회사와 부서를 바꿔서 재고를 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검색으로 품목명을 빠르게 찾습니다.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저재고, 유통기한 임박 품목은 운영 우선순위가 높습니다.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관리자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경영분석, 감사센터, 직접 운영 탭을 통해 시스템을 관리합니다.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경영분석 영역 - 분석 보조 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본문 작업 영역 - 관리자 기능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관리자 메인 메뉴 - MSO 전용 진입 메뉴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분석 영역은 경영대시보드, 재무대시보드, 예산관리 등을 확인하는 곳입니다.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사이드바의 관리자 하위 메뉴와 현재 본문 화면을 함께 이해해야 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권한, 백업, 초기화, 양식 변경은 운영 영향이 큰 기능입니다.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부서장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결재 대기, 팀 인원, 부족 재고를 빠르게 확인하는 시작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mypage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팀 인원 카드 - 현재 부서 인원 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결재 대기 카드 - 승인할 문서 건수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재고 부족 카드 - 부족 품목 건수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부서장은 일반 직원보다 운영 요약 카드가 더 많이 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결재 대기와 부족 재고는 우선 확인해야 하는 항목입니다.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 화면을 하루 업무 시작점으로 쓰는 것이 좋습니다.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부서장 결재함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팀원이 올린 문서를 검토하고 승인 또는 반려하는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approval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결재함 탭 - 승인 대상 문서 보기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문서 목록 - 대기 문서 검토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부서장은 결재함에서 팀원 요청을 가장 많이 처리합니다.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대기 문서 카드에서 승인 또는 반려 버튼이 나타납니다.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연차, 출결정정, 물품신청은 실제 운영 데이터에 영향을 줍니다.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직원 권한 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직원별 메뉴와 기능 접근 권한을 조정하는 핵심 운영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admin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직원 권한 탭 - 권한 관리 진입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직원 목록 - 권한 대상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권한 상세 영역 - 메뉴/기능 권한 조정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 변경은 화면 노출과 데이터 접근 범위에 직접 영향을 줍니다.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직원 선택 후 필요한 권한만 최소 범위로 부여하는 것이 원칙입니다.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운영 반영 전후로 실제 노출 메뉴를 확인하는 것이 안전합니다.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