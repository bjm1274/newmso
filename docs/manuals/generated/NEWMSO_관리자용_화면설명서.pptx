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7373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5778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역할별 배포본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NEWMSO 관리자용 화면 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Malgun Gothic"/>
              </a:rPr>
              <a:t>운영 담당자가 자주 쓰는 관리자 기능과 연계 화면을 모았습니다.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43200"/>
            <a:ext cx="53035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algun Gothic"/>
              </a:rPr>
              <a:t>이 덱에서 중점적으로 보는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01568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핵심 사용 메뉴: 관리자, 인사관리, 재고관리, 전자결재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중요 화면: 직원 권한, 백업/초기화, 팝업관리, 양식빌더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권한 변경과 데이터 작업은 운영 영향이 크므로 변경 전후 확인 필요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5029200"/>
          </a:xfrm>
          <a:prstGeom prst="roundRect">
            <a:avLst/>
          </a:prstGeom>
          <a:solidFill>
            <a:srgbClr val="E6EE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Malgun Gothic"/>
              </a:rPr>
              <a:t>활용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신규 사용자 교육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사내 공지 첨부 자료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역할별 업무 설명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권한 문의 응대 기준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로그인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사번 또는 이름과 비밀번호를 입력해 접속합니다.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아이디 입력 - 사번 또는 이름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비밀번호 입력 - 비밀번호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로그인 버튼 - 입력 후 접속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사번 또는 이름 입력칸입니다.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비밀번호를 입력합니다.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로그인 버튼을 누르면 메인 화면으로 이동합니다.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메인 화면과 사이드바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좌측 사이드바에서 전체 기능으로 이동합니다.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main_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내정보 - 개인 시작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추가기능 - 보조 기능 모음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채팅 - 공지와 대화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게시판 - 공지사항과 커뮤니티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전자결재 - 기안과 승인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6. 인사관리 - 인사, 근태, 급여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7. 재고관리 - 재고와 발주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8. 관리자 - MSO 운영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내정보로 이동하는 기본 시작 메뉴입니다.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실무 커뮤니케이션과 공지 확인은 채팅에서 진행합니다.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관리자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경영분석, 감사센터, 직접 운영 탭을 통해 시스템을 관리합니다.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경영분석 영역 - 분석 보조 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본문 작업 영역 - 관리자 기능 화면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관리자 메인 메뉴 - MSO 전용 진입 메뉴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분석 영역은 경영대시보드, 재무대시보드, 예산관리 등을 확인하는 곳입니다.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 사이드바의 관리자 하위 메뉴와 현재 본문 화면을 함께 이해해야 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권한, 백업, 초기화, 양식 변경은 운영 영향이 큰 기능입니다.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직원 권한 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직원별 메뉴와 기능 접근 권한을 조정하는 핵심 운영 화면입니다.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admin_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직원 권한 탭 - 권한 관리 진입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직원 목록 - 권한 대상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권한 상세 영역 - 메뉴/기능 권한 조정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권한 변경은 화면 노출과 데이터 접근 범위에 직접 영향을 줍니다.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직원 선택 후 필요한 권한만 최소 범위로 부여하는 것이 원칙입니다.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운영 반영 전후로 실제 노출 메뉴를 확인하는 것이 안전합니다.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인사관리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인력관리, 근태 · 급여, 복지 · 문서 영역으로 나뉘어 운영합니다.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업무 공간 - 인력관리/근태·급여/복지·문서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기능 탭 영역 - 세부 기능 선택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본문 화면 - 선택 기능 작업 영역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 워크스페이스에서 업무 성격을 바꿉니다.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좌측 기능 탭에서 세부 화면을 선택합니다.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현재 원본은 메뉴가 많은 편이므로 자주 쓰는 탭을 먼저 익히는 것이 좋습니다.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부서장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재고관리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재고 현황, 검색, 회사/부서 필터를 중심으로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회사/부서 필터 - 조회 범위 변경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검색 영역 - 품목 검색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재고 목록 - 현재 수량과 품목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회사와 부서를 바꿔서 재고를 봅니다.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검색으로 품목명을 빠르게 찾습니다.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저재고, 유통기한 임박 품목은 운영 우선순위가 높습니다.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320040"/>
            <a:ext cx="109728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56616"/>
            <a:ext cx="8229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사원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69494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전자결재 작성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7132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Malgun Gothic"/>
              </a:rPr>
              <a:t>결재 종류를 고르고 제목과 내용을 작성해 상신합니다.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572768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5673"/>
            <a:ext cx="7205472" cy="40530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572768"/>
            <a:ext cx="3703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17830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설명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03120"/>
            <a:ext cx="32004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1. 작성하기 탭 - 새 결재 작성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2. 결재선 선택 - 승인자 지정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3. 제목 입력 - 문서 제목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4. 내용 입력 - 본문 입력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5. 상신 버튼 - 문서 제출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상단에서 기안함, 결재함, 작성하기 같은 탭을 전환합니다.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제목과 내용 입력 후 상신 버튼으로 제출합니다.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• 결재선 선택과 문서 유형에 따라 추가 입력 영역이 달라집니다.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