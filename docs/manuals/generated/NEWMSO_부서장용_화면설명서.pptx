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73736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57784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역할별 배포본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</a:rPr>
              <a:t>NEWMSO 부서장용 화면 설명서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475569"/>
                </a:solidFill>
                <a:latin typeface="Malgun Gothic"/>
              </a:rPr>
              <a:t>부서장이 승인과 팀 운영에 집중할 수 있도록 핵심 화면을 모았습니다.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743200"/>
            <a:ext cx="53035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992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E293B"/>
                </a:solidFill>
                <a:latin typeface="Malgun Gothic"/>
              </a:rPr>
              <a:t>이 덱에서 중점적으로 보는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01568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핵심 사용 메뉴: 내정보, 전자결재, 인사관리, 재고관리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가장 자주 하는 업무: 승인 처리, 팀 현황 점검, 부족 재고 대응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승인 결과는 실제 근태, 휴가, 구매 흐름에 영향을 주므로 주의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303520" cy="5029200"/>
          </a:xfrm>
          <a:prstGeom prst="roundRect">
            <a:avLst/>
          </a:prstGeom>
          <a:solidFill>
            <a:srgbClr val="E6EE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D4ED8"/>
                </a:solidFill>
                <a:latin typeface="Malgun Gothic"/>
              </a:rPr>
              <a:t>활용 방식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4805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신규 사용자 교육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사내 공지 첨부 자료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역할별 업무 설명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권한 문의 응대 기준 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공통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로그인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사번 또는 이름과 비밀번호를 입력해 접속합니다.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아이디 입력 - 사번 또는 이름 입력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비밀번호 입력 - 비밀번호 입력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로그인 버튼 - 입력 후 접속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사번 또는 이름 입력칸입니다.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비밀번호를 입력합니다.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로그인 버튼을 누르면 메인 화면으로 이동합니다.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관리자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메인 화면과 사이드바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좌측 사이드바에서 전체 기능으로 이동합니다.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main_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내정보 - 개인 시작 화면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추가기능 - 보조 기능 모음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채팅 - 공지와 대화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4. 게시판 - 공지사항과 커뮤니티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5. 전자결재 - 기안과 승인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6. 인사관리 - 인사, 근태, 급여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7. 재고관리 - 재고와 발주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8. 관리자 - MSO 운영 화면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내정보로 이동하는 기본 시작 메뉴입니다.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실무 커뮤니케이션과 공지 확인은 채팅에서 진행합니다.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부서장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부서장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결재 대기, 팀 인원, 부족 재고를 빠르게 확인하는 시작 화면입니다.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0_mypage_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팀 인원 카드 - 현재 부서 인원 수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결재 대기 카드 - 승인할 문서 건수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재고 부족 카드 - 부족 품목 건수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부서장은 일반 직원보다 운영 요약 카드가 더 많이 보입니다.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결재 대기와 부족 재고는 우선 확인해야 하는 항목입니다.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내정보 화면을 하루 업무 시작점으로 쓰는 것이 좋습니다.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부서장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부서장 결재함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팀원이 올린 문서를 검토하고 승인 또는 반려하는 화면입니다.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1_approval_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결재함 탭 - 승인 대상 문서 보기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문서 목록 - 대기 문서 검토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부서장은 결재함에서 팀원 요청을 가장 많이 처리합니다.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대기 문서 카드에서 승인 또는 반려 버튼이 나타납니다.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연차, 출결정정, 물품신청은 실제 운영 데이터에 영향을 줍니다.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부서장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인사관리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인력관리, 근태 · 급여, 복지 · 문서 영역으로 나뉘어 운영합니다.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_h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업무 공간 - 인력관리/근태·급여/복지·문서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기능 탭 영역 - 세부 기능 선택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본문 화면 - 선택 기능 작업 영역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상단 워크스페이스에서 업무 성격을 바꿉니다.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좌측 기능 탭에서 세부 화면을 선택합니다.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현재 원본은 메뉴가 많은 편이므로 자주 쓰는 탭을 먼저 익히는 것이 좋습니다.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부서장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재고관리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재고 현황, 검색, 회사/부서 필터를 중심으로 사용합니다.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회사/부서 필터 - 조회 범위 변경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검색 영역 - 품목 검색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재고 목록 - 현재 수량과 품목 확인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상단에서 회사와 부서를 바꿔서 재고를 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검색으로 품목명을 빠르게 찾습니다.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저재고, 유통기한 임박 품목은 운영 우선순위가 높습니다.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